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584"/>
    <p:restoredTop sz="96000"/>
  </p:normalViewPr>
  <p:slideViewPr>
    <p:cSldViewPr snapToGrid="0">
      <p:cViewPr>
        <p:scale>
          <a:sx n="118" d="100"/>
          <a:sy n="118" d="100"/>
        </p:scale>
        <p:origin x="1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650C-25C3-F193-C085-D5B8CC1A6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9A0E7-EA5C-5B2C-3AF6-394B5EE10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ACDA2-1941-B6B9-CB08-AE4992D3D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02533-D60D-3F47-B8C3-8FE07907A5E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0EA80-40A9-FFEF-A563-E8C4E417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44D8B-1CFB-B545-81C0-B282132D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6B2-20F4-504E-8161-1B81F53FD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95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CD769-DC18-C8E8-0125-B796DE7C5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2B493-9ED1-CDB2-1DAA-84B45A8C4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B4641-0F84-BA5A-CB72-5651C446E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02533-D60D-3F47-B8C3-8FE07907A5E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0D279-0820-D87D-BC5A-F4FB5C1B0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8C055-6C40-D638-66D7-D67F676F2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6B2-20F4-504E-8161-1B81F53FD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95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09D8E-4A02-5C17-A0DD-6EF8BA96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390EA-9267-1A95-EFA3-9C8AF8604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2FEE3-2DBE-78C4-6C6C-AA79FB76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02533-D60D-3F47-B8C3-8FE07907A5E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5572C-2DB6-F475-C697-621C86502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4C2B8-AA67-9749-6A4D-65F9B2B51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6B2-20F4-504E-8161-1B81F53FD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3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D1A85-346C-65EC-6903-129591333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7B703-A112-B3DF-EB39-803BFFFA76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97587-87E9-20A1-E5E8-4248D5706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E7CC3-027C-091B-7448-7B991CB02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02533-D60D-3F47-B8C3-8FE07907A5E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1A614-2A26-38DC-88CC-2E95B7C1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DCE30-4D30-0CAE-B0C6-6F998C3CC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6B2-20F4-504E-8161-1B81F53FD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72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325D1-22C5-3FE7-5397-F9958E2A6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84573-4BCA-910E-6D91-93644623B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F9747-5889-F6A4-EB7D-4D3E2E3E3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9AA1A-3C3E-D6A4-F7A9-24626C4436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FA8727-C16D-38AB-C3AD-D9AA36D35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F3C2C2-E756-0F63-D11C-72A536E92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02533-D60D-3F47-B8C3-8FE07907A5E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D725FE-3274-C820-0CD3-A8EB373E7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10D620-C708-20C0-5145-5C58908D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6B2-20F4-504E-8161-1B81F53FD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84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F0782-75CB-4A7C-3150-56B8C0BC8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A88DC5-17CF-2C82-5F71-77A63EF33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02533-D60D-3F47-B8C3-8FE07907A5E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F6BE1-457E-C591-89AC-BD0556A9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72BAB-A9DE-280F-18F4-A0CAC398E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6B2-20F4-504E-8161-1B81F53FD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3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402FB5-330C-6AB2-DDEA-EB998093E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02533-D60D-3F47-B8C3-8FE07907A5E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C5BE06-7AD9-56F9-F3F7-EE088392E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22028-CC07-C3E5-A430-D07D7421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6B2-20F4-504E-8161-1B81F53FD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66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2154C-A970-49FC-3B30-3271524B4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CCDB1-5009-58B7-7781-18C714BF5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CA4BD-A8F3-2F32-585C-8E3E42FDD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E0DC7-7954-BF1B-A51E-51596744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02533-D60D-3F47-B8C3-8FE07907A5E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27924-E5ED-44E0-C4BE-8A739CE5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CA257-AA0B-7314-2EF7-70B943DF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6B2-20F4-504E-8161-1B81F53FD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34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95769-BB9D-8C10-C615-711150562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256DEA-DE8B-C6C2-33BE-A556A66A64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029FF-001A-AA5B-8BFD-8842E8C7C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A0E47-42CA-A010-B45F-56D1B182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02533-D60D-3F47-B8C3-8FE07907A5E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386B3-A60A-442D-6AD9-8F10F1202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FC027-2F05-5617-F7BB-60E6C644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6B2-20F4-504E-8161-1B81F53FD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74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E019F-3BA4-0B48-159F-2B979B968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803B1-28C6-A4ED-579B-19F99F0C3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79B93-4C9C-9280-DD28-754BD0EF2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02533-D60D-3F47-B8C3-8FE07907A5E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07AC3-85DF-E04E-1F56-7FB0EE5B6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4F118-69C5-7D3F-D1D7-35E8E3EDB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6B2-20F4-504E-8161-1B81F53FD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30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0E7AC5-0380-5F55-2227-FC081101A5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01932-5E45-4726-52EB-BAF3726CE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83C6-00B4-8D37-E86A-1E4947251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02533-D60D-3F47-B8C3-8FE07907A5E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E1F7A-66EC-B203-764D-790D158E1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FC84D-1033-D928-1539-5CC71097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6B2-20F4-504E-8161-1B81F53FD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88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EC044A-2317-A845-CF92-B9F50C66A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06F2C-FDDA-7377-95D9-A77CA513B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D5D17-540F-5552-4EBA-61D79DB7B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02533-D60D-3F47-B8C3-8FE07907A5E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02DBA-0DC7-7165-55DC-0C7F08379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3A2E7-8D04-8D6B-7CFD-3C7FC6F30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BA6B2-20F4-504E-8161-1B81F53FD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2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61D23FC1-6737-D826-DC23-DB84B0F67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897" y="751114"/>
            <a:ext cx="8072589" cy="5217219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3FD9652-C21F-6FC7-8E76-FFC20807F5E4}"/>
              </a:ext>
            </a:extLst>
          </p:cNvPr>
          <p:cNvGrpSpPr/>
          <p:nvPr/>
        </p:nvGrpSpPr>
        <p:grpSpPr>
          <a:xfrm>
            <a:off x="4648200" y="1533519"/>
            <a:ext cx="2847668" cy="1943413"/>
            <a:chOff x="6393734" y="1860885"/>
            <a:chExt cx="2847668" cy="194341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1E5E30A-AE3F-8199-5F62-F082E2B15190}"/>
                </a:ext>
              </a:extLst>
            </p:cNvPr>
            <p:cNvSpPr/>
            <p:nvPr/>
          </p:nvSpPr>
          <p:spPr>
            <a:xfrm>
              <a:off x="6393734" y="1860885"/>
              <a:ext cx="2847668" cy="1943413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E40574E-EE97-1331-0E52-CF53A9B9BCD9}"/>
                </a:ext>
              </a:extLst>
            </p:cNvPr>
            <p:cNvSpPr txBox="1"/>
            <p:nvPr/>
          </p:nvSpPr>
          <p:spPr>
            <a:xfrm>
              <a:off x="7198067" y="2509425"/>
              <a:ext cx="12869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Igneous rock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861CA46-5DD0-3823-444C-E5663393B542}"/>
              </a:ext>
            </a:extLst>
          </p:cNvPr>
          <p:cNvGrpSpPr/>
          <p:nvPr/>
        </p:nvGrpSpPr>
        <p:grpSpPr>
          <a:xfrm>
            <a:off x="3518764" y="4062868"/>
            <a:ext cx="1650906" cy="392428"/>
            <a:chOff x="6482785" y="3816512"/>
            <a:chExt cx="1650906" cy="39242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1905F87-C40E-FFC8-E844-6FDF9A04B31D}"/>
                </a:ext>
              </a:extLst>
            </p:cNvPr>
            <p:cNvSpPr/>
            <p:nvPr/>
          </p:nvSpPr>
          <p:spPr>
            <a:xfrm>
              <a:off x="6482785" y="3816512"/>
              <a:ext cx="567159" cy="384564"/>
            </a:xfrm>
            <a:prstGeom prst="rect">
              <a:avLst/>
            </a:prstGeom>
            <a:solidFill>
              <a:schemeClr val="tx1">
                <a:alpha val="24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0ED0193-0DF4-9B00-920A-D848EE5C800F}"/>
                </a:ext>
              </a:extLst>
            </p:cNvPr>
            <p:cNvSpPr txBox="1"/>
            <p:nvPr/>
          </p:nvSpPr>
          <p:spPr>
            <a:xfrm>
              <a:off x="6846757" y="3839608"/>
              <a:ext cx="12869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Fullerene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4A0D627-FE25-BB07-C3EE-D304527AB74F}"/>
              </a:ext>
            </a:extLst>
          </p:cNvPr>
          <p:cNvGrpSpPr/>
          <p:nvPr/>
        </p:nvGrpSpPr>
        <p:grpSpPr>
          <a:xfrm>
            <a:off x="6532125" y="4069933"/>
            <a:ext cx="1494276" cy="948381"/>
            <a:chOff x="6687170" y="3926137"/>
            <a:chExt cx="1494276" cy="94838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5F96909-9685-CFF1-1FAD-885107ABDA08}"/>
                </a:ext>
              </a:extLst>
            </p:cNvPr>
            <p:cNvSpPr/>
            <p:nvPr/>
          </p:nvSpPr>
          <p:spPr>
            <a:xfrm>
              <a:off x="6687170" y="3926137"/>
              <a:ext cx="567159" cy="948381"/>
            </a:xfrm>
            <a:prstGeom prst="rect">
              <a:avLst/>
            </a:prstGeom>
            <a:solidFill>
              <a:srgbClr val="FFC000">
                <a:alpha val="67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9929F61-253C-5136-E0A0-95977C4CAE6A}"/>
                </a:ext>
              </a:extLst>
            </p:cNvPr>
            <p:cNvSpPr txBox="1"/>
            <p:nvPr/>
          </p:nvSpPr>
          <p:spPr>
            <a:xfrm>
              <a:off x="6894512" y="3981676"/>
              <a:ext cx="12869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Pollen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8919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5</cp:revision>
  <dcterms:created xsi:type="dcterms:W3CDTF">2026-07-15T03:30:18Z</dcterms:created>
  <dcterms:modified xsi:type="dcterms:W3CDTF">2026-07-15T04:13:01Z</dcterms:modified>
</cp:coreProperties>
</file>